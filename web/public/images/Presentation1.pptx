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7" autoAdjust="0"/>
    <p:restoredTop sz="94660"/>
  </p:normalViewPr>
  <p:slideViewPr>
    <p:cSldViewPr snapToGrid="0">
      <p:cViewPr>
        <p:scale>
          <a:sx n="75" d="100"/>
          <a:sy n="75" d="100"/>
        </p:scale>
        <p:origin x="795" y="4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77D3-8044-44AA-86FD-2A01B32A9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838F9-F586-4193-9CBB-F92A736A4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9269-F984-4942-9C57-6FF490A2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896F3-76E0-4771-8426-F3F6D6CC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13F4A-5BBE-4D65-8A45-1B7F2512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70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A601-08D1-4437-BF02-D70C83E2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50E4-7917-4AE3-9BAB-512CBBF01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D52DE-C8F9-4F76-864F-7CA4199F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A718F-2DF7-403B-825F-61B278AE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CE2E-C193-4167-8259-2C87AD16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8206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B2FC-B22F-4466-9EBA-15E68BF5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EB384-1286-4580-A66B-5F470B4C1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E41D0-785A-49BB-B747-4CE5C9D9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431DF-6AFE-4492-9841-63A30121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E464-804F-432D-BEB3-5677A2E1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144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3D00-9D52-43C7-B36A-A61424EC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B2D0-B578-4825-AF59-2AD245D80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A8110-D23F-446B-BA7D-41BB704E6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787C3-0D9E-4C42-AB03-1B91F800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E61EB-89F5-4AF2-BCF9-486E635E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40EAE-B451-4479-80E8-F1F6DF2F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1286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8BF5-F220-4147-B307-7E46A514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8FF8C-9905-449C-B437-F8369DB25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77246-4875-41D3-9004-25405920F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AB563-7248-46D0-8280-0B4E45B9C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65ACBE-5939-443F-99C9-7545640EE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9FB85-46DC-44BF-B5FD-6B2D1622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1347B-D8A5-45B3-B63E-EE40F6C43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9E5C7-9A48-4084-9A2B-CAED456F4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0982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06A4-FA54-487D-BB4B-943FFC8B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8F3353-5DA0-4819-889E-0FF6FC59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7C8F5-FBC3-4946-A651-53C21E0F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E7FD2-FFAE-4AB9-99BA-8AD9626D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8331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EEAF0-B15F-4533-BF44-C31B5417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6C7F4-4A2E-4D1F-A20E-A8D458D47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2F930-58D1-4A1C-8BE8-50983A13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3792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C46F-2A3F-47FF-9D43-6DA7272B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63B1-3CA6-4E73-8C7F-96E80FA62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BF750-54D8-4917-9E79-D08C87E22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A44A4-CF52-4104-B504-FF83790B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1815A-A879-4B09-A53A-5F8508247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6FAFF-59BC-4060-AA01-D9A4215C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8399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0AD8-8E3D-4488-8D98-14E41AE2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D6A7F-63FF-48C9-A133-FEA448599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1CE01-DBC8-4600-BB73-7F86C73B2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FE607-F1E9-40DE-9A1C-7D510F7C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8D845-69A5-4B83-A7D3-A4E509F4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F9BCA-D079-4E42-B58B-E46DD589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184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F9AA-25A8-447A-BAC2-F7208683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DCBD0-CD8A-45FC-A1E3-C2E7EA7A5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CFDF3-EA49-42E8-A359-34F2FF4D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6E3D-1C78-49CA-8658-E70A46B5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8BCDD-6C88-4108-B984-34F80CB6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637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8DB39F-A023-4FD3-83D2-FF2470DD8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F5998-902B-4C3C-8655-5E9832AD5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D1119-C4CB-4CA2-9B77-0DEA3036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9CD5F-6E39-4F5C-97A4-9A4BF705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F5BA4-804D-44D0-9A9F-B58F779D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676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2E5BCB-85F2-4260-A687-58D1A582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7E85E-678A-4CA4-A6E7-615BACC0B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09B54-6E80-4A38-9652-3BC212C61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90872-0273-427F-B631-B3977B765F49}" type="datetimeFigureOut">
              <a:rPr lang="en-MY" smtClean="0"/>
              <a:t>28/8/2024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46BA9-CF47-448E-BE8A-05F237C4F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F605E-FC96-4B65-95A4-C69F4A6BE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F2964-793B-4AA4-853B-7E1A901C22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519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05315A-6D6B-463F-9C71-178E7A620EF0}"/>
              </a:ext>
            </a:extLst>
          </p:cNvPr>
          <p:cNvSpPr/>
          <p:nvPr/>
        </p:nvSpPr>
        <p:spPr>
          <a:xfrm>
            <a:off x="3675380" y="1789430"/>
            <a:ext cx="4841240" cy="3591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41300" b="1" dirty="0">
                <a:solidFill>
                  <a:schemeClr val="tx1"/>
                </a:solidFill>
              </a:rPr>
              <a:t>BI</a:t>
            </a:r>
          </a:p>
        </p:txBody>
      </p:sp>
    </p:spTree>
    <p:extLst>
      <p:ext uri="{BB962C8B-B14F-4D97-AF65-F5344CB8AC3E}">
        <p14:creationId xmlns:p14="http://schemas.microsoft.com/office/powerpoint/2010/main" val="46066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05315A-6D6B-463F-9C71-178E7A620EF0}"/>
              </a:ext>
            </a:extLst>
          </p:cNvPr>
          <p:cNvSpPr/>
          <p:nvPr/>
        </p:nvSpPr>
        <p:spPr>
          <a:xfrm>
            <a:off x="2226000" y="1751330"/>
            <a:ext cx="7740000" cy="3591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41300" b="1" dirty="0">
                <a:solidFill>
                  <a:schemeClr val="tx1"/>
                </a:solidFill>
              </a:rPr>
              <a:t>BM</a:t>
            </a:r>
          </a:p>
        </p:txBody>
      </p:sp>
    </p:spTree>
    <p:extLst>
      <p:ext uri="{BB962C8B-B14F-4D97-AF65-F5344CB8AC3E}">
        <p14:creationId xmlns:p14="http://schemas.microsoft.com/office/powerpoint/2010/main" val="77673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05315A-6D6B-463F-9C71-178E7A620EF0}"/>
              </a:ext>
            </a:extLst>
          </p:cNvPr>
          <p:cNvSpPr/>
          <p:nvPr/>
        </p:nvSpPr>
        <p:spPr>
          <a:xfrm>
            <a:off x="2226000" y="1751330"/>
            <a:ext cx="7740000" cy="3591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41300" b="1" dirty="0">
                <a:solidFill>
                  <a:schemeClr val="tx1"/>
                </a:solidFill>
              </a:rPr>
              <a:t>BC</a:t>
            </a:r>
          </a:p>
        </p:txBody>
      </p:sp>
    </p:spTree>
    <p:extLst>
      <p:ext uri="{BB962C8B-B14F-4D97-AF65-F5344CB8AC3E}">
        <p14:creationId xmlns:p14="http://schemas.microsoft.com/office/powerpoint/2010/main" val="22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05315A-6D6B-463F-9C71-178E7A620EF0}"/>
              </a:ext>
            </a:extLst>
          </p:cNvPr>
          <p:cNvSpPr/>
          <p:nvPr/>
        </p:nvSpPr>
        <p:spPr>
          <a:xfrm>
            <a:off x="2226000" y="1751330"/>
            <a:ext cx="7740000" cy="3591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41300" b="1" dirty="0">
                <a:solidFill>
                  <a:schemeClr val="tx1"/>
                </a:solidFill>
              </a:rPr>
              <a:t>BT</a:t>
            </a:r>
          </a:p>
        </p:txBody>
      </p:sp>
    </p:spTree>
    <p:extLst>
      <p:ext uri="{BB962C8B-B14F-4D97-AF65-F5344CB8AC3E}">
        <p14:creationId xmlns:p14="http://schemas.microsoft.com/office/powerpoint/2010/main" val="120994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05315A-6D6B-463F-9C71-178E7A620EF0}"/>
              </a:ext>
            </a:extLst>
          </p:cNvPr>
          <p:cNvSpPr/>
          <p:nvPr/>
        </p:nvSpPr>
        <p:spPr>
          <a:xfrm>
            <a:off x="2226000" y="1751330"/>
            <a:ext cx="7740000" cy="3591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3900" b="0" i="0" dirty="0">
                <a:solidFill>
                  <a:srgbClr val="202122"/>
                </a:solidFill>
                <a:effectLst/>
                <a:latin typeface="Scheherazade New"/>
              </a:rPr>
              <a:t>جاوي</a:t>
            </a:r>
            <a:endParaRPr lang="en-MY" sz="23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08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05315A-6D6B-463F-9C71-178E7A620EF0}"/>
              </a:ext>
            </a:extLst>
          </p:cNvPr>
          <p:cNvSpPr/>
          <p:nvPr/>
        </p:nvSpPr>
        <p:spPr>
          <a:xfrm>
            <a:off x="1270000" y="487680"/>
            <a:ext cx="1981200" cy="129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9600" b="1" dirty="0">
                <a:solidFill>
                  <a:schemeClr val="tx1"/>
                </a:solidFill>
              </a:rPr>
              <a:t>BI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D02BA-F9A9-4089-A829-08CA0A2FC3EB}"/>
              </a:ext>
            </a:extLst>
          </p:cNvPr>
          <p:cNvSpPr/>
          <p:nvPr/>
        </p:nvSpPr>
        <p:spPr>
          <a:xfrm>
            <a:off x="1270000" y="2829560"/>
            <a:ext cx="1981200" cy="129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9600" b="1" dirty="0">
                <a:solidFill>
                  <a:schemeClr val="tx1"/>
                </a:solidFill>
              </a:rPr>
              <a:t>BM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03B86A-EE04-4F03-97D4-C00526A10149}"/>
              </a:ext>
            </a:extLst>
          </p:cNvPr>
          <p:cNvSpPr/>
          <p:nvPr/>
        </p:nvSpPr>
        <p:spPr>
          <a:xfrm>
            <a:off x="1270000" y="5080001"/>
            <a:ext cx="1981200" cy="129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9600" b="1" dirty="0">
                <a:solidFill>
                  <a:schemeClr val="tx1"/>
                </a:solidFill>
              </a:rPr>
              <a:t>BC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E613A3-E6FA-4F2F-A3EE-31FD4280ED55}"/>
              </a:ext>
            </a:extLst>
          </p:cNvPr>
          <p:cNvSpPr/>
          <p:nvPr/>
        </p:nvSpPr>
        <p:spPr>
          <a:xfrm>
            <a:off x="7670800" y="487680"/>
            <a:ext cx="1981200" cy="129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9600" b="1" dirty="0">
                <a:solidFill>
                  <a:schemeClr val="tx1"/>
                </a:solidFill>
              </a:rPr>
              <a:t>BT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72D00-3A91-4D34-BD6D-2240ED3C81ED}"/>
              </a:ext>
            </a:extLst>
          </p:cNvPr>
          <p:cNvSpPr/>
          <p:nvPr/>
        </p:nvSpPr>
        <p:spPr>
          <a:xfrm>
            <a:off x="7670800" y="2834640"/>
            <a:ext cx="1981200" cy="129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7200" b="0" i="0" dirty="0">
                <a:solidFill>
                  <a:srgbClr val="202122"/>
                </a:solidFill>
                <a:effectLst/>
                <a:latin typeface="Scheherazade New"/>
              </a:rPr>
              <a:t>جاوي</a:t>
            </a:r>
            <a:endParaRPr lang="en-MY" sz="7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09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Scheherazade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Muhd Reduan</dc:creator>
  <cp:lastModifiedBy>Muhd Reduan</cp:lastModifiedBy>
  <cp:revision>6</cp:revision>
  <dcterms:created xsi:type="dcterms:W3CDTF">2024-08-27T17:40:50Z</dcterms:created>
  <dcterms:modified xsi:type="dcterms:W3CDTF">2024-08-28T08:50:11Z</dcterms:modified>
</cp:coreProperties>
</file>